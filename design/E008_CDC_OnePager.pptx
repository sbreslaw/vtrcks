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Vaccine Ordering on S/4HANA — Why a Purpose-Built Application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VTrckS Enhancement E008  ·  CDC requirements vs. standard app fit  ·  Prepared for CDC review, July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3712464" cy="4224528"/>
          </a:xfrm>
          <a:prstGeom prst="roundRect">
            <a:avLst>
              <a:gd name="adj" fmla="val 1478"/>
            </a:avLst>
          </a:prstGeom>
          <a:solidFill>
            <a:srgbClr val="F4F7FB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070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Requirements (key)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57784" y="1517904"/>
            <a:ext cx="786384" cy="192024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510589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Awardee order lifecycle in S/4: create, search, display, cancel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cancellation with immediate budget &amp; SPC release control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isolation — Awardees access only their own data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business rules on every entry channel (UI, API, EXiS)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57784" y="2871216"/>
            <a:ext cx="786384" cy="192024"/>
          </a:xfrm>
          <a:prstGeom prst="roundRect">
            <a:avLst>
              <a:gd name="adj" fmla="val 14286"/>
            </a:avLst>
          </a:prstGeom>
          <a:solidFill>
            <a:srgbClr val="D96C1E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" y="2863901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072384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Inventory-on-Hand during ordering, pre-filled from consignment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Fix-and-resubmit for soft-stop rejections (60-day window)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order applying CDC fund-split &amp; ancillary-kit rules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Un-cancel shipped lines so ASNs can post (CDC only)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one working surface, minimal clicks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57784" y="4261104"/>
            <a:ext cx="786384" cy="192024"/>
          </a:xfrm>
          <a:prstGeom prst="roundRect">
            <a:avLst>
              <a:gd name="adj" fmla="val 14286"/>
            </a:avLst>
          </a:prstGeom>
          <a:solidFill>
            <a:srgbClr val="B78A00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" y="4253789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/ LOW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4622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per-field operators, saved searches, Excel export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replacement orders with reference (replacement bypasses budget)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status tracking  ·  Print vaccine request form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279392" y="1115568"/>
            <a:ext cx="3712464" cy="4224528"/>
          </a:xfrm>
          <a:prstGeom prst="roundRect">
            <a:avLst>
              <a:gd name="adj" fmla="val 1478"/>
            </a:avLst>
          </a:prstGeom>
          <a:solidFill>
            <a:srgbClr val="F4F7FB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2070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Fit-Gap: Standard App F3893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425696" y="1517904"/>
            <a:ext cx="786384" cy="192024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25696" y="1510589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62272" y="1719072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internal sales representatives — no external-customer data-isolation model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CDC cancellation matrix (pre/post-approval × direct-ship × role)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Inventory-on-Hand capture inside order creation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425696" y="2871216"/>
            <a:ext cx="786384" cy="192024"/>
          </a:xfrm>
          <a:prstGeom prst="roundRect">
            <a:avLst>
              <a:gd name="adj" fmla="val 14286"/>
            </a:avLst>
          </a:prstGeom>
          <a:solidFill>
            <a:srgbClr val="D96C1E"/>
          </a:solidFill>
          <a:ln/>
        </p:spPr>
      </p:sp>
      <p:sp>
        <p:nvSpPr>
          <p:cNvPr id="21" name="Text 19"/>
          <p:cNvSpPr/>
          <p:nvPr/>
        </p:nvSpPr>
        <p:spPr>
          <a:xfrm>
            <a:off x="4425696" y="2863901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62272" y="3072384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Tab-based screens drive the click-heavy flow users flagged in evaluation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limited set of order types and fields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extensions are upgrade-fragile and can alter standard app behavior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25696" y="4261104"/>
            <a:ext cx="786384" cy="192024"/>
          </a:xfrm>
          <a:prstGeom prst="roundRect">
            <a:avLst>
              <a:gd name="adj" fmla="val 14286"/>
            </a:avLst>
          </a:prstGeom>
          <a:solidFill>
            <a:srgbClr val="B78A00"/>
          </a:solidFill>
          <a:ln/>
        </p:spPr>
      </p:sp>
      <p:sp>
        <p:nvSpPr>
          <p:cNvPr id="24" name="Text 22"/>
          <p:cNvSpPr/>
          <p:nvPr/>
        </p:nvSpPr>
        <p:spPr>
          <a:xfrm>
            <a:off x="4425696" y="4253789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/ LOW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62272" y="44622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 with CDC exceptions; no un-cancel; no budget-bypass replacement</a:t>
            </a:r>
            <a:endParaRPr lang="en-US" sz="98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operators &amp; cascading lookups do not match the CDC specification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147304" y="1115568"/>
            <a:ext cx="3712464" cy="4224528"/>
          </a:xfrm>
          <a:prstGeom prst="roundRect">
            <a:avLst>
              <a:gd name="adj" fmla="val 1478"/>
            </a:avLst>
          </a:prstGeom>
          <a:solidFill>
            <a:srgbClr val="F4F7FB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12070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Proposed Solution Answers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11896" y="1554480"/>
            <a:ext cx="3401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rules engine (SAP RAP layer): </a:t>
            </a:r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cancellation control, and jurisdiction security enforced once — for the app, the API, and EXiS alike. Closes every critical gap.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311896" y="2327148"/>
            <a:ext cx="3401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ordering cockpit: </a:t>
            </a:r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order on one screen; fields lock/unlock by order status; measured goal — no more clicks than today’s CRM screen.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8311896" y="3099816"/>
            <a:ext cx="3401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SAP search component: </a:t>
            </a:r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operator set, saved searches, Excel export delivered near out-of-the-box.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311896" y="3872484"/>
            <a:ext cx="3401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channel from the same engine: </a:t>
            </a:r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submit &amp; status tracking for EXiS and partners at marginal added cost.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311896" y="4645152"/>
            <a:ext cx="3401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Upgrade-safe by design: </a:t>
            </a:r>
            <a:pPr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modification of SAP standard; aligned with SAP’s clean-core direction for S/4HANA.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11480" y="5504688"/>
            <a:ext cx="11365992" cy="1078992"/>
          </a:xfrm>
          <a:prstGeom prst="roundRect">
            <a:avLst>
              <a:gd name="adj" fmla="val 5085"/>
            </a:avLst>
          </a:prstGeom>
          <a:solidFill>
            <a:srgbClr val="1F4E79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" y="5586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investment is the economical choice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03504" y="5870448"/>
            <a:ext cx="27134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once, not forever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F3893 means re-validating a fragile extension mesh at every SAP upgrade, for the platform’s life.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26714" y="5870448"/>
            <a:ext cx="27134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where they belong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Budget-release integrity lives in one owned, testable, auditable layer — not scattered workarounds.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49924" y="5870448"/>
            <a:ext cx="27134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engineered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parity with the current CRM screen is a measured acceptance criterion, validated on prototypes with your users.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073134" y="5870448"/>
            <a:ext cx="27134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runway, not a dead end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CDC requirements land in owned code; the rules engine built here already serves both the app and the API.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6620256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reflects operational and compliance impact assessed in the E008 fit-gap analysis and functional specification (approved 05/2026).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2026-07-24T14:05:03Z</dcterms:created>
  <dcterms:modified xsi:type="dcterms:W3CDTF">2026-07-24T14:05:03Z</dcterms:modified>
</cp:coreProperties>
</file>